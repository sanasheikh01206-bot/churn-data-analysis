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93" r:id="rId5"/>
    <p:sldId id="295" r:id="rId6"/>
    <p:sldId id="296" r:id="rId7"/>
    <p:sldId id="297" r:id="rId8"/>
    <p:sldId id="299" r:id="rId9"/>
    <p:sldId id="300" r:id="rId10"/>
    <p:sldId id="301" r:id="rId11"/>
    <p:sldId id="3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9A0F4-9010-4866-8EE6-1073B6A7E984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28D82-CF8A-4341-9006-4618F85D0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941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AAa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28D82-CF8A-4341-9006-4618F85D060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sv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0" Type="http://schemas.openxmlformats.org/officeDocument/2006/relationships/image" Target="../media/image4.svg"/><Relationship Id="rId4" Type="http://schemas.openxmlformats.org/officeDocument/2006/relationships/image" Target="../media/image6.sv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6.svg"/><Relationship Id="rId4" Type="http://schemas.openxmlformats.org/officeDocument/2006/relationships/image" Target="../media/image8.sv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6.sv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213" y="-38753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0541" y="1889501"/>
            <a:ext cx="3741577" cy="98645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Topic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Churn_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badi ExtraLight" panose="020F0502020204030204" pitchFamily="34" charset="0"/>
              </a:rPr>
              <a:t>analysis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32361-3B8C-585F-2792-6589B46DA709}"/>
              </a:ext>
            </a:extLst>
          </p:cNvPr>
          <p:cNvSpPr txBox="1"/>
          <p:nvPr/>
        </p:nvSpPr>
        <p:spPr>
          <a:xfrm>
            <a:off x="5861009" y="2682785"/>
            <a:ext cx="51206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Programming language </a:t>
            </a:r>
            <a:r>
              <a:rPr lang="en-GB" sz="2000" dirty="0"/>
              <a:t>: Python</a:t>
            </a:r>
          </a:p>
          <a:p>
            <a:r>
              <a:rPr lang="en-GB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Libraries </a:t>
            </a:r>
            <a:r>
              <a:rPr lang="en-GB" sz="2000" dirty="0"/>
              <a:t>: Pandas , NumPy , Matplotlib , Seaborn </a:t>
            </a:r>
          </a:p>
          <a:p>
            <a:r>
              <a:rPr lang="en-GB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Concept Applied </a:t>
            </a:r>
            <a:r>
              <a:rPr lang="en-GB" sz="2000" dirty="0"/>
              <a:t>: Data Cleaning , Exploratory Data  Analysis(EDA) , Data Visualization</a:t>
            </a:r>
          </a:p>
          <a:p>
            <a:r>
              <a:rPr lang="en-GB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Tools </a:t>
            </a:r>
            <a:r>
              <a:rPr lang="en-GB" sz="2000" dirty="0"/>
              <a:t>: Jupyter Notebook</a:t>
            </a:r>
            <a:endParaRPr lang="en-IN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4F9D4-6482-7406-CFFD-6D92B273A47F}"/>
              </a:ext>
            </a:extLst>
          </p:cNvPr>
          <p:cNvSpPr txBox="1"/>
          <p:nvPr/>
        </p:nvSpPr>
        <p:spPr>
          <a:xfrm>
            <a:off x="936171" y="566059"/>
            <a:ext cx="20247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Summary </a:t>
            </a:r>
            <a:endParaRPr lang="en-IN" sz="32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34FEA-8CED-FEE8-A477-3F62E4B96ED2}"/>
              </a:ext>
            </a:extLst>
          </p:cNvPr>
          <p:cNvSpPr txBox="1"/>
          <p:nvPr/>
        </p:nvSpPr>
        <p:spPr>
          <a:xfrm>
            <a:off x="424543" y="1317171"/>
            <a:ext cx="44150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dashboard visualizes how churn varies across customer demographics, payment methods, contract types, and tenure, helping identify patterns that contribute to customer loss.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1528D99-05AA-A819-81C3-E2CAB53059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38FDA1FD-4265-35DD-1C7B-B69E9B74C208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8265D0E7-FEFD-E436-5557-55C4AA8C2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653" y="2133264"/>
            <a:ext cx="1121229" cy="1121229"/>
          </a:xfrm>
          <a:prstGeom prst="rect">
            <a:avLst/>
          </a:prstGeom>
        </p:spPr>
      </p:pic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957B0CBA-F2FE-8447-4DD8-E7288437E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5653" y="3575959"/>
            <a:ext cx="1121229" cy="1121229"/>
          </a:xfrm>
          <a:prstGeom prst="rect">
            <a:avLst/>
          </a:prstGeom>
        </p:spPr>
      </p:pic>
      <p:pic>
        <p:nvPicPr>
          <p:cNvPr id="12" name="Graphic 11" descr="Badge 4 with solid fill">
            <a:extLst>
              <a:ext uri="{FF2B5EF4-FFF2-40B4-BE49-F238E27FC236}">
                <a16:creationId xmlns:a16="http://schemas.microsoft.com/office/drawing/2014/main" id="{A8969AAF-37DE-90FF-9659-232996B7B8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12" y="4697188"/>
            <a:ext cx="1045029" cy="1045029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29255AB-94CC-40C3-A99C-864E667774CE}"/>
              </a:ext>
            </a:extLst>
          </p:cNvPr>
          <p:cNvSpPr/>
          <p:nvPr/>
        </p:nvSpPr>
        <p:spPr>
          <a:xfrm>
            <a:off x="176890" y="248329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4" name="Graphic 13" descr="Badge 1 with solid fill">
            <a:extLst>
              <a:ext uri="{FF2B5EF4-FFF2-40B4-BE49-F238E27FC236}">
                <a16:creationId xmlns:a16="http://schemas.microsoft.com/office/drawing/2014/main" id="{AD8FD253-1446-4CD1-CD90-2165C9A30A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726" y="555168"/>
            <a:ext cx="1121229" cy="11212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8DB556-AAC4-BA69-7033-D674F609F2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7257" y="862694"/>
            <a:ext cx="9387123" cy="542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48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15EE8-9388-77ED-4858-327C8E76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2EFFC2D-575B-5B17-308A-F2BA45B9B9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AB1D8BAB-52BA-7958-E1D4-4C42DAE47DF0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604712E1-A2A8-D2D8-C708-48385E4D1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5653" y="3575959"/>
            <a:ext cx="1121229" cy="1121229"/>
          </a:xfrm>
          <a:prstGeom prst="rect">
            <a:avLst/>
          </a:prstGeom>
        </p:spPr>
      </p:pic>
      <p:pic>
        <p:nvPicPr>
          <p:cNvPr id="12" name="Graphic 11" descr="Badge 4 with solid fill">
            <a:extLst>
              <a:ext uri="{FF2B5EF4-FFF2-40B4-BE49-F238E27FC236}">
                <a16:creationId xmlns:a16="http://schemas.microsoft.com/office/drawing/2014/main" id="{6B0B1588-E4D0-6C2A-3B73-9640F48D4A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12" y="4697188"/>
            <a:ext cx="1045029" cy="1045029"/>
          </a:xfrm>
          <a:prstGeom prst="rect">
            <a:avLst/>
          </a:prstGeom>
        </p:spPr>
      </p:pic>
      <p:pic>
        <p:nvPicPr>
          <p:cNvPr id="14" name="Graphic 13" descr="Badge 1 with solid fill">
            <a:extLst>
              <a:ext uri="{FF2B5EF4-FFF2-40B4-BE49-F238E27FC236}">
                <a16:creationId xmlns:a16="http://schemas.microsoft.com/office/drawing/2014/main" id="{3763980F-6ED0-59BA-057B-C9ACE38C86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0497" y="1012035"/>
            <a:ext cx="1121229" cy="1121229"/>
          </a:xfrm>
          <a:prstGeom prst="rect">
            <a:avLst/>
          </a:prstGeom>
        </p:spPr>
      </p:pic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C2C2C57-3D5E-9E14-4543-9406E49C9F1D}"/>
              </a:ext>
            </a:extLst>
          </p:cNvPr>
          <p:cNvSpPr/>
          <p:nvPr/>
        </p:nvSpPr>
        <p:spPr>
          <a:xfrm>
            <a:off x="1298121" y="1504105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F3D4C2CE-7DD0-6F00-4E70-6E10D4CA68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16525" y="1810944"/>
            <a:ext cx="1121229" cy="11212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4201E9-D0F6-CF9C-3264-DADE6C3E67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5023" y="713214"/>
            <a:ext cx="8836480" cy="530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2281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2C779-5A45-7551-7383-7D2EBAF8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35AF2DC-8A5E-D32C-AAEA-31D6CCD1B0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B2F9FB85-AE92-48D5-E83A-57FF75FDF425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2" name="Graphic 11" descr="Badge 4 with solid fill">
            <a:extLst>
              <a:ext uri="{FF2B5EF4-FFF2-40B4-BE49-F238E27FC236}">
                <a16:creationId xmlns:a16="http://schemas.microsoft.com/office/drawing/2014/main" id="{95422A2F-6164-B8C2-A955-0EDECF7D3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12" y="4697188"/>
            <a:ext cx="1045029" cy="1045029"/>
          </a:xfrm>
          <a:prstGeom prst="rect">
            <a:avLst/>
          </a:prstGeom>
        </p:spPr>
      </p:pic>
      <p:pic>
        <p:nvPicPr>
          <p:cNvPr id="14" name="Graphic 13" descr="Badge 1 with solid fill">
            <a:extLst>
              <a:ext uri="{FF2B5EF4-FFF2-40B4-BE49-F238E27FC236}">
                <a16:creationId xmlns:a16="http://schemas.microsoft.com/office/drawing/2014/main" id="{84C9B60E-955A-3110-D793-7EF370AA7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497" y="1012035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F867510E-0EC5-183D-2A8D-A05B9D31D9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5653" y="1961814"/>
            <a:ext cx="1121229" cy="1121229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B716B324-9864-9B31-933E-BD273676ED1B}"/>
              </a:ext>
            </a:extLst>
          </p:cNvPr>
          <p:cNvSpPr/>
          <p:nvPr/>
        </p:nvSpPr>
        <p:spPr>
          <a:xfrm>
            <a:off x="1398813" y="3484794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A219DD0E-296A-AF8D-6858-2C2980F20E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71649" y="3791633"/>
            <a:ext cx="1121229" cy="1121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A6A739-5472-21CE-9654-129559E8D4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5714" y="741612"/>
            <a:ext cx="8594276" cy="533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7226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CF607A-9CAE-44D8-76F7-0C5C9498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E22F9F-1D4E-3673-A8F7-43AB1E4121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0DE3C71E-1042-60E0-2FC9-D04F74E0BF6D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4" name="Graphic 13" descr="Badge 1 with solid fill">
            <a:extLst>
              <a:ext uri="{FF2B5EF4-FFF2-40B4-BE49-F238E27FC236}">
                <a16:creationId xmlns:a16="http://schemas.microsoft.com/office/drawing/2014/main" id="{3D694F04-6771-4891-C073-37130D205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497" y="1012035"/>
            <a:ext cx="1121229" cy="1121229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56CAB76E-0774-F408-758A-B1914AD22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5653" y="1961814"/>
            <a:ext cx="1121229" cy="1121229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9F619377-7FE6-4468-5004-9E6D0BD55B31}"/>
              </a:ext>
            </a:extLst>
          </p:cNvPr>
          <p:cNvSpPr/>
          <p:nvPr/>
        </p:nvSpPr>
        <p:spPr>
          <a:xfrm>
            <a:off x="190497" y="4900272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309C3C6E-4845-855F-8196-5F255507F5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5653" y="3422532"/>
            <a:ext cx="1121229" cy="1121229"/>
          </a:xfrm>
          <a:prstGeom prst="rect">
            <a:avLst/>
          </a:prstGeom>
        </p:spPr>
      </p:pic>
      <p:pic>
        <p:nvPicPr>
          <p:cNvPr id="12" name="Graphic 11" descr="Badge 4 with solid fill">
            <a:extLst>
              <a:ext uri="{FF2B5EF4-FFF2-40B4-BE49-F238E27FC236}">
                <a16:creationId xmlns:a16="http://schemas.microsoft.com/office/drawing/2014/main" id="{E59C6B84-8ABD-EEBF-75FE-EFDC45BF6E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1433" y="5323450"/>
            <a:ext cx="1045029" cy="1045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1D2CE-4429-E30E-CEAE-DD399CEFF8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37754" y="377641"/>
            <a:ext cx="9251901" cy="586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788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B60EC-033A-C9BA-0406-48CCE9358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DF2F21-1A7F-E11A-6D3A-40406F83A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10AC8D13-BD21-AEF5-BF75-6283FDCDA956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0BBAE86-4689-CEDE-4A18-BED8B08C93D1}"/>
              </a:ext>
            </a:extLst>
          </p:cNvPr>
          <p:cNvSpPr/>
          <p:nvPr/>
        </p:nvSpPr>
        <p:spPr>
          <a:xfrm>
            <a:off x="176890" y="248329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Graphic 2" descr="Badge 5 with solid fill">
            <a:extLst>
              <a:ext uri="{FF2B5EF4-FFF2-40B4-BE49-F238E27FC236}">
                <a16:creationId xmlns:a16="http://schemas.microsoft.com/office/drawing/2014/main" id="{84910BEA-A1FF-4E52-35A7-0793F100A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382" y="587824"/>
            <a:ext cx="1055917" cy="1055917"/>
          </a:xfrm>
          <a:prstGeom prst="rect">
            <a:avLst/>
          </a:prstGeom>
        </p:spPr>
      </p:pic>
      <p:pic>
        <p:nvPicPr>
          <p:cNvPr id="7" name="Graphic 6" descr="Badge 6 with solid fill">
            <a:extLst>
              <a:ext uri="{FF2B5EF4-FFF2-40B4-BE49-F238E27FC236}">
                <a16:creationId xmlns:a16="http://schemas.microsoft.com/office/drawing/2014/main" id="{BD563994-A9A2-1AE0-8A1E-D546964C98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8938" y="2718021"/>
            <a:ext cx="1023261" cy="1023261"/>
          </a:xfrm>
          <a:prstGeom prst="rect">
            <a:avLst/>
          </a:prstGeom>
        </p:spPr>
      </p:pic>
      <p:pic>
        <p:nvPicPr>
          <p:cNvPr id="17" name="Graphic 16" descr="Badge 7 with solid fill">
            <a:extLst>
              <a:ext uri="{FF2B5EF4-FFF2-40B4-BE49-F238E27FC236}">
                <a16:creationId xmlns:a16="http://schemas.microsoft.com/office/drawing/2014/main" id="{0989124F-E814-97D4-7483-9B3A5B23CD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867" y="4718958"/>
            <a:ext cx="1023261" cy="1023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D56FE5-0DC9-FBE3-073F-5DECA3B7CB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1101" y="95310"/>
            <a:ext cx="9424010" cy="635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38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E1E8E-1CA5-A97C-BCD6-E4B8F7E3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8F19EFD-3053-3246-280B-5447B69219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A6DF7281-96FC-0BCE-D859-B8589A42D30D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Badge 5 with solid fill">
            <a:extLst>
              <a:ext uri="{FF2B5EF4-FFF2-40B4-BE49-F238E27FC236}">
                <a16:creationId xmlns:a16="http://schemas.microsoft.com/office/drawing/2014/main" id="{7628E3F7-ADAE-3991-29CB-1C913095C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582" y="1001481"/>
            <a:ext cx="1055917" cy="1055917"/>
          </a:xfrm>
          <a:prstGeom prst="rect">
            <a:avLst/>
          </a:prstGeom>
        </p:spPr>
      </p:pic>
      <p:pic>
        <p:nvPicPr>
          <p:cNvPr id="17" name="Graphic 16" descr="Badge 7 with solid fill">
            <a:extLst>
              <a:ext uri="{FF2B5EF4-FFF2-40B4-BE49-F238E27FC236}">
                <a16:creationId xmlns:a16="http://schemas.microsoft.com/office/drawing/2014/main" id="{15CCAFC6-3545-B706-5808-3F843F3BAA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867" y="4718958"/>
            <a:ext cx="1023261" cy="1023261"/>
          </a:xfrm>
          <a:prstGeom prst="rect">
            <a:avLst/>
          </a:prstGeom>
        </p:spPr>
      </p:pic>
      <p:pic>
        <p:nvPicPr>
          <p:cNvPr id="7" name="Graphic 6" descr="Badge 6 with solid fill">
            <a:extLst>
              <a:ext uri="{FF2B5EF4-FFF2-40B4-BE49-F238E27FC236}">
                <a16:creationId xmlns:a16="http://schemas.microsoft.com/office/drawing/2014/main" id="{2F824B1E-33DE-7EC1-E378-E97622AE7B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0568" y="2718020"/>
            <a:ext cx="1023261" cy="1023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719B1E-34DC-DE99-9EE6-324161A2D2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9841" y="778328"/>
            <a:ext cx="9386096" cy="5215220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34E417B8-A4BE-67D1-7458-1F41CC8F38C8}"/>
              </a:ext>
            </a:extLst>
          </p:cNvPr>
          <p:cNvSpPr/>
          <p:nvPr/>
        </p:nvSpPr>
        <p:spPr>
          <a:xfrm>
            <a:off x="1428748" y="2362197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Graphic 9" descr="Badge 6 with solid fill">
            <a:extLst>
              <a:ext uri="{FF2B5EF4-FFF2-40B4-BE49-F238E27FC236}">
                <a16:creationId xmlns:a16="http://schemas.microsoft.com/office/drawing/2014/main" id="{2C1449F4-FD11-0A99-66DB-19ECABFAAD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0568" y="2670182"/>
            <a:ext cx="1118935" cy="111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9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95990-6FCD-8072-8926-AF38AB29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04C004-0A21-341A-04FE-74BAC94D5F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1F11ADB-76F3-084F-31D0-62B16221D934}"/>
              </a:ext>
            </a:extLst>
          </p:cNvPr>
          <p:cNvSpPr/>
          <p:nvPr/>
        </p:nvSpPr>
        <p:spPr>
          <a:xfrm>
            <a:off x="-2547257" y="778328"/>
            <a:ext cx="5094514" cy="5301343"/>
          </a:xfrm>
          <a:prstGeom prst="donu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" name="Graphic 2" descr="Badge 5 with solid fill">
            <a:extLst>
              <a:ext uri="{FF2B5EF4-FFF2-40B4-BE49-F238E27FC236}">
                <a16:creationId xmlns:a16="http://schemas.microsoft.com/office/drawing/2014/main" id="{B1196F91-4433-F7ED-9B69-237809A86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582" y="1001481"/>
            <a:ext cx="1055917" cy="1055917"/>
          </a:xfrm>
          <a:prstGeom prst="rect">
            <a:avLst/>
          </a:prstGeom>
        </p:spPr>
      </p:pic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D07306F-D0D4-259D-6DEF-759BA16629D7}"/>
              </a:ext>
            </a:extLst>
          </p:cNvPr>
          <p:cNvSpPr/>
          <p:nvPr/>
        </p:nvSpPr>
        <p:spPr>
          <a:xfrm>
            <a:off x="277582" y="4567916"/>
            <a:ext cx="1866902" cy="1734908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Graphic 9" descr="Badge 6 with solid fill">
            <a:extLst>
              <a:ext uri="{FF2B5EF4-FFF2-40B4-BE49-F238E27FC236}">
                <a16:creationId xmlns:a16="http://schemas.microsoft.com/office/drawing/2014/main" id="{F985BE79-E232-59B5-6A5A-A149DE467E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3562" y="2835726"/>
            <a:ext cx="1118935" cy="1118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7C8231-4D95-D6A5-166E-E0730A8B96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7061" y="569551"/>
            <a:ext cx="9277357" cy="5579135"/>
          </a:xfrm>
          <a:prstGeom prst="rect">
            <a:avLst/>
          </a:prstGeom>
        </p:spPr>
      </p:pic>
      <p:pic>
        <p:nvPicPr>
          <p:cNvPr id="17" name="Graphic 16" descr="Badge 7 with solid fill">
            <a:extLst>
              <a:ext uri="{FF2B5EF4-FFF2-40B4-BE49-F238E27FC236}">
                <a16:creationId xmlns:a16="http://schemas.microsoft.com/office/drawing/2014/main" id="{FBD92F12-BA87-2EC8-F5AB-3A07B0965A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402" y="4933944"/>
            <a:ext cx="1023261" cy="102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36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5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6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7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ppt/theme/themeOverride8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{1BD42AC2-5040-40FB-B3A5-C363505C95ED}tf56219246_win32</Template>
  <TotalTime>125</TotalTime>
  <Words>67</Words>
  <Application>Microsoft Office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Abadi ExtraLight</vt:lpstr>
      <vt:lpstr>Aptos</vt:lpstr>
      <vt:lpstr>Avenir Next LT Pro</vt:lpstr>
      <vt:lpstr>Avenir Next LT Pro Light</vt:lpstr>
      <vt:lpstr>Garamond</vt:lpstr>
      <vt:lpstr>SavonVTI</vt:lpstr>
      <vt:lpstr>Topic Churn_analysis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sheikh</dc:creator>
  <cp:lastModifiedBy>sana sheikh</cp:lastModifiedBy>
  <cp:revision>1</cp:revision>
  <dcterms:created xsi:type="dcterms:W3CDTF">2025-11-19T07:58:44Z</dcterms:created>
  <dcterms:modified xsi:type="dcterms:W3CDTF">2025-11-19T10:04:15Z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